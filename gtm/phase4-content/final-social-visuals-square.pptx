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</p:sp>
      <p:pic>
        <p:nvPicPr>
          <p:cNvPr id="3" name="Image 0" descr="C:\Users\LENOVO\Music\Negm-Musahem-main\Frontend\apps\web\public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9940" y="393192"/>
            <a:ext cx="777240" cy="347472"/>
          </a:xfrm>
          <a:prstGeom prst="rect">
            <a:avLst>
              <a:gd name="adj" fmla="val 13158"/>
            </a:avLst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أين وثائق شركتك الآن؟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إيميل المدير المالي؟ في مجموعة واتساب؟ على جهاز موظف غادر الشركة من ستة أشهر؟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22208" y="3429000"/>
            <a:ext cx="164592" cy="164592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383280"/>
            <a:ext cx="7882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مساحات عمل محوكمة مع تصنيف ذكي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522208" y="4023360"/>
            <a:ext cx="164592" cy="164592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3977640"/>
            <a:ext cx="7882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خمسة مستويات صلاحيات، من عارض إلى مدير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522208" y="4617720"/>
            <a:ext cx="164592" cy="164592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4572000"/>
            <a:ext cx="7882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كامل بالمستخدم والتاريخ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522208" y="5212080"/>
            <a:ext cx="164592" cy="164592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5166360"/>
            <a:ext cx="7882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مباشر مع سجل المساهمين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75120" y="61264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6126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0" y="8366760"/>
            <a:ext cx="9144000" cy="9144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30 شركة فقط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</p:sp>
      <p:pic>
        <p:nvPicPr>
          <p:cNvPr id="3" name="Image 0" descr="C:\Users\LENOVO\Music\Negm-Musahem-main\Frontend\apps\web\public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9940" y="393192"/>
            <a:ext cx="777240" cy="347472"/>
          </a:xfrm>
          <a:prstGeom prst="rect">
            <a:avLst>
              <a:gd name="adj" fmla="val 13158"/>
            </a:avLst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 سجل المساهمين في شركتك مرتبط بوثائقها؟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631936" y="2651760"/>
            <a:ext cx="54864" cy="640080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2651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المساهمين في مساهم ← وثائقهم في Vault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31936" y="3429000"/>
            <a:ext cx="54864" cy="640080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34290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محاضر مجلس الإدارة ← مساحة عمل محوكمة بصلاحيات خمسة مستويات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31936" y="4206240"/>
            <a:ext cx="54864" cy="640080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42062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شامل يثبت سلسلة الحفظ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52578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8366760"/>
            <a:ext cx="9144000" cy="9144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30 شركة فقط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</p:sp>
      <p:pic>
        <p:nvPicPr>
          <p:cNvPr id="3" name="Image 0" descr="C:\Users\LENOVO\Music\Negm-Musahem-main\Frontend\apps\web\public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9940" y="393192"/>
            <a:ext cx="777240" cy="347472"/>
          </a:xfrm>
          <a:prstGeom prst="rect">
            <a:avLst>
              <a:gd name="adj" fmla="val 13158"/>
            </a:avLst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إدارة وثائق متكامل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88720" y="2468880"/>
            <a:ext cx="1005840" cy="1005840"/>
          </a:xfrm>
          <a:prstGeom prst="ellipse">
            <a:avLst/>
          </a:prstGeom>
          <a:solidFill>
            <a:srgbClr val="C3924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611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ارفع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532888" y="27203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96A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108960" y="2468880"/>
            <a:ext cx="1005840" cy="1005840"/>
          </a:xfrm>
          <a:prstGeom prst="ellipse">
            <a:avLst/>
          </a:prstGeom>
          <a:solidFill>
            <a:srgbClr val="C3924D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611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صنّف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53128" y="27203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96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029200" y="2468880"/>
            <a:ext cx="1005840" cy="1005840"/>
          </a:xfrm>
          <a:prstGeom prst="ellipse">
            <a:avLst/>
          </a:prstGeom>
          <a:solidFill>
            <a:srgbClr val="C3924D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3611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اعتمد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373368" y="27203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96A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949440" y="2468880"/>
            <a:ext cx="1005840" cy="1005840"/>
          </a:xfrm>
          <a:prstGeom prst="ellipse">
            <a:avLst/>
          </a:prstGeom>
          <a:solidFill>
            <a:srgbClr val="C3924D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611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شارك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8872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10896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02920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949440" y="2468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6675120" y="46634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0" y="8366760"/>
            <a:ext cx="9144000" cy="9144"/>
          </a:xfrm>
          <a:prstGeom prst="rect">
            <a:avLst/>
          </a:prstGeom>
          <a:solidFill>
            <a:srgbClr val="C3924D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ملفات. صلاحيات. سير عمل. تدقيق.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8439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Musahm Vault - Social Media Visuals (Square)</dc:title>
  <dc:subject>PptxGenJS Presentation</dc:subject>
  <dc:creator>Musahm</dc:creator>
  <cp:lastModifiedBy>Musahm</cp:lastModifiedBy>
  <cp:revision>1</cp:revision>
  <dcterms:created xsi:type="dcterms:W3CDTF">2026-04-05T22:52:11Z</dcterms:created>
  <dcterms:modified xsi:type="dcterms:W3CDTF">2026-04-05T22:52:11Z</dcterms:modified>
</cp:coreProperties>
</file>