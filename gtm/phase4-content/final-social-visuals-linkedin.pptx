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4784725"/>
  <p:notesSz cx="4784725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3772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392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C:\Users\LENOVO\Music\Negm-Musahem-main\Frontend\apps\web\public\images\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13741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68500" y="256032"/>
            <a:ext cx="777240" cy="347472"/>
          </a:xfrm>
          <a:prstGeom prst="rect">
            <a:avLst/>
          </a:prstGeom>
          <a:solidFill>
            <a:srgbClr val="C3924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Vault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أين وثائق شركتك الآن؟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D1D5D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في إيميل المدير المالي؟ في مجموعة واتساب؟ على جهاز موظف غادر الشركة من ستة أشهر؟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549640" y="2560320"/>
            <a:ext cx="137160" cy="137160"/>
          </a:xfrm>
          <a:prstGeom prst="rect">
            <a:avLst/>
          </a:prstGeom>
          <a:solidFill>
            <a:srgbClr val="C39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457200" y="2514600"/>
            <a:ext cx="7909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مساحات عمل محوكمة مع تصنيف ذكي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549640" y="3017520"/>
            <a:ext cx="137160" cy="137160"/>
          </a:xfrm>
          <a:prstGeom prst="rect">
            <a:avLst/>
          </a:prstGeom>
          <a:solidFill>
            <a:srgbClr val="C39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457200" y="2971800"/>
            <a:ext cx="7909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خمسة مستويات صلاحيات، من عارض إلى مدير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549640" y="3474720"/>
            <a:ext cx="137160" cy="137160"/>
          </a:xfrm>
          <a:prstGeom prst="rect">
            <a:avLst/>
          </a:prstGeom>
          <a:solidFill>
            <a:srgbClr val="C39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457200" y="3429000"/>
            <a:ext cx="7909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سجل تدقيق كامل بالمستخدم والتاريخ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549640" y="3931920"/>
            <a:ext cx="137160" cy="137160"/>
          </a:xfrm>
          <a:prstGeom prst="rect">
            <a:avLst/>
          </a:prstGeom>
          <a:solidFill>
            <a:srgbClr val="C39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457200" y="3886200"/>
            <a:ext cx="7909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تكامل مباشر مع سجل المساهمين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40680" y="4289174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C39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440680" y="428917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فعّل Vault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0" y="4190695"/>
            <a:ext cx="9144000" cy="9144"/>
          </a:xfrm>
          <a:prstGeom prst="rect">
            <a:avLst/>
          </a:prstGeom>
          <a:solidFill>
            <a:srgbClr val="C39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572000" y="4263847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D4A96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أول 30 شركة فقط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4263847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100" dirty="0">
                <a:solidFill>
                  <a:srgbClr val="D1D5D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حوكمة سعودية. منصة عالمية.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392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C:\Users\LENOVO\Music\Negm-Musahem-main\Frontend\apps\web\public\images\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13741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68500" y="256032"/>
            <a:ext cx="777240" cy="347472"/>
          </a:xfrm>
          <a:prstGeom prst="rect">
            <a:avLst/>
          </a:prstGeom>
          <a:solidFill>
            <a:srgbClr val="C3924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Vault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144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هل سجل المساهمين في شركتك مرتبط بوثائقها؟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631936" y="2011680"/>
            <a:ext cx="54864" cy="457200"/>
          </a:xfrm>
          <a:prstGeom prst="rect">
            <a:avLst/>
          </a:prstGeom>
          <a:solidFill>
            <a:srgbClr val="C39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457200" y="20116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سجل المساهمين في مساهم ← وثائقهم في Vault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631936" y="2606040"/>
            <a:ext cx="54864" cy="457200"/>
          </a:xfrm>
          <a:prstGeom prst="rect">
            <a:avLst/>
          </a:prstGeom>
          <a:solidFill>
            <a:srgbClr val="C39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457200" y="260604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محاضر مجلس الإدارة ← مساحة عمل محوكمة بصلاحيات خمسة مستويات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31936" y="3200400"/>
            <a:ext cx="54864" cy="457200"/>
          </a:xfrm>
          <a:prstGeom prst="rect">
            <a:avLst/>
          </a:prstGeom>
          <a:solidFill>
            <a:srgbClr val="C39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57200" y="32004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سجل تدقيق شامل يثبت سلسلة الحفظ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675120" y="3695547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C39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675120" y="37110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فعّل Vault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0" y="4190695"/>
            <a:ext cx="9144000" cy="9144"/>
          </a:xfrm>
          <a:prstGeom prst="rect">
            <a:avLst/>
          </a:prstGeom>
          <a:solidFill>
            <a:srgbClr val="C39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572000" y="4263847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D4A96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أول 30 شركة فقط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4263847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100" dirty="0">
                <a:solidFill>
                  <a:srgbClr val="D1D5D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حوكمة سعودية. منصة عالمية.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392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C:\Users\LENOVO\Music\Negm-Musahem-main\Frontend\apps\web\public\images\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13741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68500" y="256032"/>
            <a:ext cx="777240" cy="347472"/>
          </a:xfrm>
          <a:prstGeom prst="rect">
            <a:avLst/>
          </a:prstGeom>
          <a:solidFill>
            <a:srgbClr val="C3924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Vault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نظام إدارة وثائق متكامل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1417320" y="1783080"/>
            <a:ext cx="822960" cy="822960"/>
          </a:xfrm>
          <a:prstGeom prst="ellipse">
            <a:avLst/>
          </a:prstGeom>
          <a:solidFill>
            <a:srgbClr val="C39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51560" y="27432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ارفع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624328" y="198882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4A96A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246120" y="1783080"/>
            <a:ext cx="822960" cy="822960"/>
          </a:xfrm>
          <a:prstGeom prst="ellipse">
            <a:avLst/>
          </a:prstGeom>
          <a:solidFill>
            <a:srgbClr val="C39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880360" y="27432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صنّف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453128" y="198882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4A96A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074920" y="1783080"/>
            <a:ext cx="822960" cy="822960"/>
          </a:xfrm>
          <a:prstGeom prst="ellipse">
            <a:avLst/>
          </a:prstGeom>
          <a:solidFill>
            <a:srgbClr val="C39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709160" y="27432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اعتمد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281928" y="198882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4A96A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6903720" y="1783080"/>
            <a:ext cx="822960" cy="822960"/>
          </a:xfrm>
          <a:prstGeom prst="ellipse">
            <a:avLst/>
          </a:prstGeom>
          <a:solidFill>
            <a:srgbClr val="C39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537960" y="27432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شارك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417320" y="1783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3246120" y="1783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2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5074920" y="1783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6903720" y="1783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Shape 18"/>
          <p:cNvSpPr/>
          <p:nvPr/>
        </p:nvSpPr>
        <p:spPr>
          <a:xfrm>
            <a:off x="6675120" y="342900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C39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675120" y="3429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فعّل Vault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0" y="4190695"/>
            <a:ext cx="9144000" cy="9144"/>
          </a:xfrm>
          <a:prstGeom prst="rect">
            <a:avLst/>
          </a:prstGeom>
          <a:solidFill>
            <a:srgbClr val="C39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572000" y="4263847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D4A96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ملفات. صلاحيات. سير عمل. تدقيق.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4263847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100" dirty="0">
                <a:solidFill>
                  <a:srgbClr val="D1D5D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حوكمة سعودية. منصة عالمية.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141</Words>
  <Application>Microsoft Office PowerPoint</Application>
  <PresentationFormat>Custom</PresentationFormat>
  <Paragraphs>37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Cairo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Musahm Vault - Social Media Visuals (LinkedIn)</dc:title>
  <dc:subject>PptxGenJS Presentation</dc:subject>
  <dc:creator>Musahm</dc:creator>
  <cp:lastModifiedBy>Mohameed Negm</cp:lastModifiedBy>
  <cp:revision>2</cp:revision>
  <dcterms:created xsi:type="dcterms:W3CDTF">2026-04-05T22:52:11Z</dcterms:created>
  <dcterms:modified xsi:type="dcterms:W3CDTF">2026-04-06T12:48:08Z</dcterms:modified>
</cp:coreProperties>
</file>